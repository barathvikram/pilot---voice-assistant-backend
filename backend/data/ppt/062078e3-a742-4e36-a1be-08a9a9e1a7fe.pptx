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Intelligent Listener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Open Tasking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Capstone — Grid Dynamics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2025–2026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12280" y="795528"/>
            <a:ext cx="27432" cy="384048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411480"/>
            <a:ext cx="1645920" cy="384048"/>
          </a:xfrm>
          <a:prstGeom prst="rect">
            <a:avLst/>
          </a:prstGeom>
          <a:solidFill>
            <a:srgbClr val="22334A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53328" y="539496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438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 INPUT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36208" y="6126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VAD-gated capture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12280" y="1545336"/>
            <a:ext cx="27432" cy="384048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161288"/>
            <a:ext cx="1645920" cy="384048"/>
          </a:xfrm>
          <a:prstGeom prst="rect">
            <a:avLst/>
          </a:prstGeom>
          <a:solidFill>
            <a:srgbClr val="22334A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289304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STT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36208" y="1362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(local)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12280" y="2295144"/>
            <a:ext cx="27432" cy="384048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911096"/>
            <a:ext cx="1645920" cy="384048"/>
          </a:xfrm>
          <a:prstGeom prst="rect">
            <a:avLst/>
          </a:prstGeom>
          <a:solidFill>
            <a:srgbClr val="22334A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2039112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DIARIZATION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36208" y="2112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 3.1 (multi-speaker)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12280" y="3044952"/>
            <a:ext cx="27432" cy="384048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660904"/>
            <a:ext cx="1645920" cy="384048"/>
          </a:xfrm>
          <a:prstGeom prst="rect">
            <a:avLst/>
          </a:prstGeom>
          <a:solidFill>
            <a:srgbClr val="22334A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2788920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ID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2862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WeSpeaker ResNet34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12280" y="3794760"/>
            <a:ext cx="27432" cy="384048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3410712"/>
            <a:ext cx="1645920" cy="384048"/>
          </a:xfrm>
          <a:prstGeom prst="rect">
            <a:avLst/>
          </a:prstGeom>
          <a:solidFill>
            <a:srgbClr val="22334A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3328" y="3538728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(OLLAMA)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36208" y="3611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/ LLaMA3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89320" y="4160520"/>
            <a:ext cx="1645920" cy="384048"/>
          </a:xfrm>
          <a:prstGeom prst="rect">
            <a:avLst/>
          </a:prstGeom>
          <a:solidFill>
            <a:srgbClr val="22334A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53328" y="4288536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4187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TTS OUTPUT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4361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· 40+ languages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89320" y="4773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4A6A8A"/>
                </a:solidFill>
              </a:rPr>
              <a:t>PIPELINE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PILOT?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local, real-time voice agent — no cloud, no paid API keys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560320" cy="1463040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Inference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on-device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560320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language detection + TTS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2560320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6364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API Keys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inference 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listens continuously, distinguishes speakers, verifies identity, and gates sensitive actions behind voice authorization. 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provider-swappable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swapping to a cloud API requires only an env-var change, not a refactor.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= Portable Intelligent Listener for Open Tasking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modular components, each independently swappable.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2112264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20208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28016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recorder.py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2112264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20208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1691640"/>
            <a:ext cx="128016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VAD + ASR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stt.py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0560" y="2112264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0208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691640"/>
            <a:ext cx="128016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Diarization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diarization.py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0" y="2112264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0208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91640"/>
            <a:ext cx="128016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speaker.py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06640" y="2112264"/>
            <a:ext cx="17373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20208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691640"/>
            <a:ext cx="128016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LLM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llm.py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89520" y="1691640"/>
            <a:ext cx="128016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8952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TTS 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tts.py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28346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94A3B8"/>
                </a:solidFill>
              </a:rPr>
              <a:t>DATA FLOW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3063240"/>
            <a:ext cx="2560320" cy="16459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063240"/>
            <a:ext cx="5486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Speaker-Aware Context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" y="341071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 labels map anonymous speakers to enrolled identities. The LLM receives labelled transcript: "Alice: ...", "Bob: ..."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0" y="3063240"/>
            <a:ext cx="2560320" cy="16459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83280" y="3063240"/>
            <a:ext cx="54864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VAD-Gated Recording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29584" y="341071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VAD (30 ms frames) detects speech onset with a 5-frame rolling window to prevent false triggers from noise.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3063240"/>
            <a:ext cx="2560320" cy="16459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3063240"/>
            <a:ext cx="5486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9944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Auto-Detection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9944" y="341071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pyannote and Faster-Whisper auto-detect CUDA availability. Falls back gracefully to CPU on laptops.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SPEAKER ID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Enrollment &amp; Verification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WeSpeaker ResNet34-LM embeddings stored in SQLite.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47472" cy="347472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975104"/>
            <a:ext cx="27432" cy="40233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3 Samples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(enrollment.html) captures audio via MediaRecorder 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347472" cy="347472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770632"/>
            <a:ext cx="27432" cy="40233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Embeddings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24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WeSpeaker ResNet34 generates 256-dim speaker embedding per sample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347472" cy="347472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566160"/>
            <a:ext cx="27432" cy="40233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72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&amp; Normalize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4198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embedding computed, L2-normalized to unit vector, stored in SQLite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014216"/>
            <a:ext cx="347472" cy="347472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215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audio compared via cosine similarity. Threshold: 0.55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1508760"/>
            <a:ext cx="3520440" cy="338328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5780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Schema  (~/.pilot/pilot.db)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2011680"/>
            <a:ext cx="3246120" cy="1234440"/>
          </a:xfrm>
          <a:prstGeom prst="rect">
            <a:avLst/>
          </a:prstGeom>
          <a:solidFill>
            <a:srgbClr val="E0F2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07568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304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id, name, slug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578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enrolled_at, sample_count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embedding (BLOB, float32)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57800" y="3429000"/>
            <a:ext cx="3246120" cy="1234440"/>
          </a:xfrm>
          <a:prstGeom prst="rect">
            <a:avLst/>
          </a:prstGeom>
          <a:solidFill>
            <a:srgbClr val="EEF2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4930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verification_log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3721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id, checked_at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240" y="3995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matched_slug, score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42702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verified (0 | 1)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Speaker embeddings are soft identity — not cryptographic proof. Destructive actions always require an additional confirmation loop.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CODEBASE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Reference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modules — each a clean, independent unit.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618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" y="18288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VAD-Gated 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0391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 + WebRTC VAD (30ms frames). Onset detection via 5-frame rolling window. Returns float32 mono ndarray.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15768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" y="299008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ASR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(CTranslate2). Accepts ndarray, bytes, or path. Built-in VAD filter. beam_size=5.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77056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941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2064" y="415137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Diarization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" y="4361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 3.1 pipeline. Resolves SPEAKER_00/01 labels to enrolled names via cosine similarity.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55448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554480"/>
            <a:ext cx="64008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1618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55464" y="18288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&amp; Enroll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0391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WeSpeaker ResNet34-LM. enroll() / verify() / identify_speaker(). Full SQLite audit log.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715768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715768"/>
            <a:ext cx="64008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55464" y="299008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Chat Client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55464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ConversationMemory with rolling history. chat() blocking + stream_chat() generator. reset_conversation().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877056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877056"/>
            <a:ext cx="64008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3941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55464" y="415137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TTS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55464" y="4361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primary (internet). Kokoro ONNX fallback (offline). Auto language detect via langdetect.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TTS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Text-to-Speech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language and routes to the right neural voice.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977640" cy="2834640"/>
          </a:xfrm>
          <a:prstGeom prst="rect">
            <a:avLst/>
          </a:prstGeom>
          <a:solidFill>
            <a:srgbClr val="E0F2F8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7315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Primary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Edge-TTS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Microsoft neural voices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5786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40+ languages supported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0540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Indian languages: Tamil, Hindi, Telugu, Kannada, Malayalam, Bengali, Gujarati, Marathi, Urdu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529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Requires internet connection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600200"/>
            <a:ext cx="3977640" cy="2834640"/>
          </a:xfrm>
          <a:prstGeom prst="rect">
            <a:avLst/>
          </a:prstGeom>
          <a:solidFill>
            <a:srgbClr val="EEF2F8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755648"/>
            <a:ext cx="7315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556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Fallback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0644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Kokoro ONNX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offline inference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5786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English-only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30540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Auto-downloaded to ~/.cache/kokoro/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529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ONNX runtime — no PyTorch needed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90288"/>
            <a:ext cx="8138160" cy="320040"/>
          </a:xfrm>
          <a:prstGeom prst="rect">
            <a:avLst/>
          </a:prstGeom>
          <a:solidFill>
            <a:srgbClr val="EEF2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902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en-US-AriaNeural     |     Tamil · ta-IN-PallaviNeural     |     Hindi · hi-IN-SwaraNeural     |     Telugu · te-IN-ShrutiNeural     |     Kannada · kn-IN-SapnaNeural     |     Malayalam · ml-IN-SobhanaNeural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USAGE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Running PILOT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run modes, all configurable via .env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(pyannote + faster-whisper)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(ollama.com → ollama pull qwen3:8b)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60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 (MP3→PCM decode, WebM→WAV for enrollment)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token  (first model download only)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411480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— key settings
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STT_MODEL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=base
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LLM_MODEL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=qwen3:8b
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TTS_ENGINE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=edge
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SPEAKER_THRESHOLD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=0.55
</a:t>
            </a:r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SPEAKER_HF_TOKEN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=hf_...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6002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Modes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920240"/>
            <a:ext cx="3703320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94767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voice_agent.py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0" y="213055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loop · mic → verify → diarize → LLM → TTS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0" y="2404872"/>
            <a:ext cx="3703320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323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voice_agent.py --once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0" y="261518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turn, then exit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2889504"/>
            <a:ext cx="3703320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9169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voice_agent.py --text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0" y="309981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input, voice output — no mic needed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3374136"/>
            <a:ext cx="3703320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4015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voice_agent.py --no-verify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0" y="358444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speaker verification (dev mode)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3858768"/>
            <a:ext cx="3703320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886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voice_agent.py --no-diarize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0" y="406908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Single-speaker mode, faster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4343400"/>
            <a:ext cx="3703320" cy="420624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3708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enroll_server.py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0" y="45537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enrollment UI at localhost:5050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4681728"/>
            <a:ext cx="3703320" cy="228600"/>
          </a:xfrm>
          <a:prstGeom prst="rect">
            <a:avLst/>
          </a:prstGeom>
          <a:solidFill>
            <a:srgbClr val="E0F2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6817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commands:  "exit" to quit  ·  "reset" to clear memory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6-Week Plan &amp; Phase 2 Vision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the kernel — Phase 2 adds streaming, concurrency, and demos.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3258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325880" cy="868680"/>
          </a:xfrm>
          <a:prstGeom prst="rect">
            <a:avLst/>
          </a:prstGeom>
          <a:solidFill>
            <a:srgbClr val="E0F2F8"/>
          </a:solidFill>
          <a:ln w="12700">
            <a:solidFill>
              <a:srgbClr val="A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Scaffold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494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WebSocket roundtrip, observability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2276856"/>
            <a:ext cx="137160" cy="457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600200"/>
            <a:ext cx="13258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1920240"/>
            <a:ext cx="1325880" cy="868680"/>
          </a:xfrm>
          <a:prstGeom prst="rect">
            <a:avLst/>
          </a:prstGeom>
          <a:solidFill>
            <a:srgbClr val="E0F2F8"/>
          </a:solidFill>
          <a:ln w="12700">
            <a:solidFill>
              <a:srgbClr val="A8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92808" y="22494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ASR+VAD stream, diarization, enrollment UI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54680" y="2276856"/>
            <a:ext cx="137160" cy="457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600200"/>
            <a:ext cx="132588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WK 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920240"/>
            <a:ext cx="132588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2494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LLM routing, cancellation on barge-in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2276856"/>
            <a:ext cx="137160" cy="457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600200"/>
            <a:ext cx="132588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WK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132588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22494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confirmations, background supervisor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2276856"/>
            <a:ext cx="137160" cy="457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600200"/>
            <a:ext cx="132588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WK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920240"/>
            <a:ext cx="132588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22494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copilot, Jira copilot, customer care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43800" y="2276856"/>
            <a:ext cx="137160" cy="457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1600200"/>
            <a:ext cx="132588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WK 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80960" y="1920240"/>
            <a:ext cx="132588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44968" y="22494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conditions, provider swap docs, polish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30175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Component Upgrades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Component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Phase 1 (Current)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Phase 2 Target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WebRTC (energy-based)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Turn v3 (semantic endpointing)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pyannote 3.1 (offline)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Sortformer (NVIDIA, streaming)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Ollama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LLM (router) + Background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Edge-TTS + Kokoro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chunks → browser playback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37744"/>
          </a:xfrm>
          <a:prstGeom prst="rect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891B2"/>
                </a:solidFill>
              </a:rPr>
              <a:t>DEMOS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 Demo Scenarios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 scripts that stress different parts of the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697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03020" y="2304288"/>
            <a:ext cx="82296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020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 Copilot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 slide navigation via reveal.js WebSocket bridge. Front LLM classifies "next slide" intent vs conversational "and next...". Commands: next/prev, jump by title index.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4041648"/>
            <a:ext cx="2478024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05993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Distinguishing commands from mid-sentence filler words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600200"/>
            <a:ext cx="269748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🎫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29100" y="2304288"/>
            <a:ext cx="82296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9100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2578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Standup / Jira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90779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 session with enrolled roles. Developers append ticket notes; managers alone flip workflow states. Interruptions mid-tool run visibly cancel or rollback partial writes.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01568" y="4041648"/>
            <a:ext cx="2478024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405993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RBAC keyed on probabilistic speaker ID + confirmation gates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60020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600200"/>
            <a:ext cx="2697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155180" y="2304288"/>
            <a:ext cx="82296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5180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55080" y="2578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Care Intake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290779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capture: CSR + customer, sometimes overlapping. Background agent fills canonical fields while only CSR identity may trigger submission. Customer speech never triggers writes.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27648" y="4041648"/>
            <a:ext cx="2478024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05993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Spoofed intents — customer mimicking CSR phrasing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Proof of Concept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components are functional, tested, and provider-swappable. The kernel is ready for Phase 2 streaming and concurrency work.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754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Dynamics Capstone · 2025–2026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548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been built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0" y="1170432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170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07408" y="1143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VAD-gated microphone capture with WebRTC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645920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7408" y="1618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Faster-Whisper STT (CPU + GPU)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121408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7408" y="20939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 diarization via pyannote 3.1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596896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07408" y="2569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enrollment + cosine verification (SQLite)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3072384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07408" y="3044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with rolling conversation memory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3547872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07408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TTS · Edge-TTS + Kokoro fallback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4023360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07408" y="3995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enrollment UI + Flask server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0" y="4498848"/>
            <a:ext cx="201168" cy="20116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07408" y="44714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 in .env — swap providers via env vars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 – Voice Copilot</dc:title>
  <dc:subject>PptxGenJS Presentation</dc:subject>
  <dc:creator>PptxGenJS</dc:creator>
  <cp:lastModifiedBy>PptxGenJS</cp:lastModifiedBy>
  <cp:revision>1</cp:revision>
  <dcterms:created xsi:type="dcterms:W3CDTF">2026-06-02T18:42:30Z</dcterms:created>
  <dcterms:modified xsi:type="dcterms:W3CDTF">2026-06-02T18:42:30Z</dcterms:modified>
</cp:coreProperties>
</file>